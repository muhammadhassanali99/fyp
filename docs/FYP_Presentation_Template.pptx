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72" r:id="rId1"/>
  </p:sldMasterIdLst>
  <p:notesMasterIdLst>
    <p:notesMasterId r:id="rId14"/>
  </p:notesMasterIdLst>
  <p:handoutMasterIdLst>
    <p:handoutMasterId r:id="rId15"/>
  </p:handoutMasterIdLst>
  <p:sldIdLst>
    <p:sldId id="256" r:id="rId2"/>
    <p:sldId id="257" r:id="rId3"/>
    <p:sldId id="258" r:id="rId4"/>
    <p:sldId id="259" r:id="rId5"/>
    <p:sldId id="260" r:id="rId6"/>
    <p:sldId id="265" r:id="rId7"/>
    <p:sldId id="261" r:id="rId8"/>
    <p:sldId id="262" r:id="rId9"/>
    <p:sldId id="264" r:id="rId10"/>
    <p:sldId id="266" r:id="rId11"/>
    <p:sldId id="267" r:id="rId12"/>
    <p:sldId id="268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63" d="100"/>
          <a:sy n="63" d="100"/>
        </p:scale>
        <p:origin x="804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handoutMaster" Target="handoutMasters/handout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71919B2-E774-4A9C-831B-E82990D32938}" type="datetimeFigureOut">
              <a:rPr lang="en-US" smtClean="0"/>
              <a:t>11-Oct-26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E06446B-0CA3-4EAA-943B-7AD3F9B033A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377297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E7F6CD0-CD8E-465E-9A50-B4D66EE4BBA3}" type="datetimeFigureOut">
              <a:rPr lang="en-US" smtClean="0"/>
              <a:t>11-Oct-26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C67A4F8-5B7A-4601-A821-13EE6129A18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969093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1" y="6334316"/>
            <a:ext cx="12192000" cy="6648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1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3CDF29-6077-411E-9B08-C031F5796A83}" type="datetime1">
              <a:rPr lang="en-US" smtClean="0"/>
              <a:t>11-Oct-26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BSc. Information Engg. Technology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B15A5F-7F6C-43A1-B098-88BE6151821D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1180044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2A9E05-8117-449C-BBB1-DEBBB17610DC}" type="datetime1">
              <a:rPr lang="en-US" smtClean="0"/>
              <a:t>11-Oct-26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BSc. Information Engg. Technology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B15A5F-7F6C-43A1-B098-88BE615182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807284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47BDDB-DA15-4C5B-A3BA-A55B9C7F7167}" type="datetime1">
              <a:rPr lang="en-US" smtClean="0"/>
              <a:t>11-Oct-26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BSc. Information Engg. Technology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B15A5F-7F6C-43A1-B098-88BE6151821D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4270964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80" y="1845734"/>
            <a:ext cx="4937760" cy="4023359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94D2DB-551A-4914-8550-28F02BFA75DB}" type="datetime1">
              <a:rPr lang="en-US" smtClean="0"/>
              <a:t>11-Oct-26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BSc. Information Engg. Technology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B15A5F-7F6C-43A1-B098-88BE615182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683802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5"/>
            <a:ext cx="4937760" cy="328676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28676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C48414-F9B7-4854-BAB6-41E41C3240AE}" type="datetime1">
              <a:rPr lang="en-US" smtClean="0"/>
              <a:t>11-Oct-26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BSc. Information Engg. Technology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B15A5F-7F6C-43A1-B098-88BE615182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58004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27BDA6-62C1-4C61-A6A8-1648B33123C3}" type="datetime1">
              <a:rPr lang="en-US" smtClean="0"/>
              <a:t>11-Oct-26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BSc. Information Engg. Technology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B15A5F-7F6C-43A1-B098-88BE615182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376140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D78039-6505-4619-9397-F7E8200580BA}" type="datetime1">
              <a:rPr lang="en-US" smtClean="0"/>
              <a:t>11-Oct-26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r>
              <a:rPr lang="en-US"/>
              <a:t>BSc. Information Engg. Technology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B15A5F-7F6C-43A1-B098-88BE615182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518555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703742CF-2403-4E41-B8C2-AB7736E3E04E}" type="datetime1">
              <a:rPr lang="en-US" smtClean="0"/>
              <a:t>11-Oct-26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BSc. Information Engg. Technology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B4B15A5F-7F6C-43A1-B098-88BE615182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681058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645" cy="822960"/>
          </a:xfrm>
        </p:spPr>
        <p:txBody>
          <a:bodyPr tIns="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solidFill>
            <a:schemeClr val="bg2">
              <a:lumMod val="90000"/>
            </a:schemeClr>
          </a:solidFill>
        </p:spPr>
        <p:txBody>
          <a:bodyPr lIns="457200" tIns="45720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4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307929-9FC3-4852-884E-72B685B39FCF}" type="datetime1">
              <a:rPr lang="en-US" smtClean="0"/>
              <a:t>11-Oct-26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BSc. Information Engg. Technology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B15A5F-7F6C-43A1-B098-88BE615182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818135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2887F3-4DE0-485B-BC7D-8901F1FC0617}" type="datetime1">
              <a:rPr lang="en-US" smtClean="0"/>
              <a:t>11-Oct-26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BSc. Information Engg. Technology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B15A5F-7F6C-43A1-B098-88BE615182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311124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2302"/>
            <a:ext cx="2628900" cy="575989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2302"/>
            <a:ext cx="7734300" cy="5759898"/>
          </a:xfrm>
        </p:spPr>
        <p:txBody>
          <a:bodyPr vert="eaVert" lIns="45720" tIns="0" rIns="45720" bIns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F0D90F-051D-4C77-9415-2BB78A526A88}" type="datetime1">
              <a:rPr lang="en-US" smtClean="0"/>
              <a:t>11-Oct-26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BSc. Information Engg. Technology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B15A5F-7F6C-43A1-B098-88BE615182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125227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16861EB2-5D37-40B0-B6EF-99AF2876D542}" type="datetime1">
              <a:rPr lang="en-US" smtClean="0"/>
              <a:t>11-Oct-26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r>
              <a:rPr lang="en-US"/>
              <a:t>BSc. Information Engg. Technology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B4B15A5F-7F6C-43A1-B098-88BE6151821D}" type="slidenum">
              <a:rPr lang="en-US" smtClean="0"/>
              <a:t>‹#›</a:t>
            </a:fld>
            <a:endParaRPr lang="en-US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2213745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hf hdr="0" dt="0"/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Project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Group Member (Registration No.)</a:t>
            </a:r>
          </a:p>
        </p:txBody>
      </p:sp>
    </p:spTree>
    <p:extLst>
      <p:ext uri="{BB962C8B-B14F-4D97-AF65-F5344CB8AC3E}">
        <p14:creationId xmlns:p14="http://schemas.microsoft.com/office/powerpoint/2010/main" val="350647100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Statement/Type of Work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BSc. Information Engg. Technology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B15A5F-7F6C-43A1-B098-88BE6151821D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709066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Literature Review/Background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BSc. Information Engg. Technology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B15A5F-7F6C-43A1-B098-88BE6151821D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043037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Business Scope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BSc. Information Engg. Technology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B15A5F-7F6C-43A1-B098-88BE6151821D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343151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Methodology/Framework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 altLang="zh-CN" sz="1800" dirty="0">
                <a:solidFill>
                  <a:schemeClr val="tx1"/>
                </a:solidFill>
                <a:latin typeface="Arial" pitchFamily="34" charset="0"/>
                <a:ea typeface="Times New Roman" pitchFamily="18" charset="0"/>
                <a:cs typeface="Arial" pitchFamily="34" charset="0"/>
              </a:rPr>
              <a:t>Framework is a diagram that describes in outline the logic flow goes to a study</a:t>
            </a:r>
            <a:endParaRPr lang="en-GB" altLang="zh-CN" sz="2800" dirty="0">
              <a:solidFill>
                <a:schemeClr val="tx1"/>
              </a:solidFill>
              <a:latin typeface="Arial" pitchFamily="34" charset="0"/>
              <a:cs typeface="Arial" pitchFamily="34" charset="0"/>
            </a:endParaRPr>
          </a:p>
          <a:p>
            <a:endParaRPr lang="en-US" dirty="0"/>
          </a:p>
        </p:txBody>
      </p:sp>
      <p:pic>
        <p:nvPicPr>
          <p:cNvPr id="4" name="Picture 3" descr="f2.jpg"/>
          <p:cNvPicPr/>
          <p:nvPr/>
        </p:nvPicPr>
        <p:blipFill>
          <a:blip r:embed="rId2"/>
          <a:stretch>
            <a:fillRect/>
          </a:stretch>
        </p:blipFill>
        <p:spPr>
          <a:xfrm>
            <a:off x="3080207" y="2184288"/>
            <a:ext cx="5943600" cy="3981450"/>
          </a:xfrm>
          <a:prstGeom prst="rect">
            <a:avLst/>
          </a:prstGeom>
        </p:spPr>
      </p:pic>
      <p:sp>
        <p:nvSpPr>
          <p:cNvPr id="10" name="Footer Placeholder 9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BSc. Information Engg. Technology</a:t>
            </a:r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B15A5F-7F6C-43A1-B098-88BE6151821D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206096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Tools and Languages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BSc. Information Engg. Technology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B15A5F-7F6C-43A1-B098-88BE6151821D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498252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Constraints and Limitation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BSc. Information Engg. Technology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B15A5F-7F6C-43A1-B098-88BE6151821D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743401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Work breakdown with timelines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BSc. Information Engg. Technology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B15A5F-7F6C-43A1-B098-88BE6151821D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44373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BSc. Information Engg. Technology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B15A5F-7F6C-43A1-B098-88BE6151821D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276458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References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BSc. Information Engg. Technology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B15A5F-7F6C-43A1-B098-88BE6151821D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572516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BSc. Information Engg. Technology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B15A5F-7F6C-43A1-B098-88BE6151821D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113855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78426" y="2520755"/>
            <a:ext cx="10058400" cy="1450757"/>
          </a:xfrm>
        </p:spPr>
        <p:txBody>
          <a:bodyPr/>
          <a:lstStyle/>
          <a:p>
            <a:pPr algn="ctr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Q/A</a:t>
            </a: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BSc. Information Engg. Technology</a:t>
            </a:r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B15A5F-7F6C-43A1-B098-88BE6151821D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9962789"/>
      </p:ext>
    </p:extLst>
  </p:cSld>
  <p:clrMapOvr>
    <a:masterClrMapping/>
  </p:clrMapOvr>
</p:sld>
</file>

<file path=ppt/theme/theme1.xml><?xml version="1.0" encoding="utf-8"?>
<a:theme xmlns:a="http://schemas.openxmlformats.org/drawingml/2006/main" name="Retrospect">
  <a:themeElements>
    <a:clrScheme name="Retrospect">
      <a:dk1>
        <a:sysClr val="windowText" lastClr="000000"/>
      </a:dk1>
      <a:lt1>
        <a:sysClr val="window" lastClr="FFFFFF"/>
      </a:lt1>
      <a:dk2>
        <a:srgbClr val="344068"/>
      </a:dk2>
      <a:lt2>
        <a:srgbClr val="D9E0E6"/>
      </a:lt2>
      <a:accent1>
        <a:srgbClr val="1CADE4"/>
      </a:accent1>
      <a:accent2>
        <a:srgbClr val="2683C6"/>
      </a:accent2>
      <a:accent3>
        <a:srgbClr val="28C4CC"/>
      </a:accent3>
      <a:accent4>
        <a:srgbClr val="42BA97"/>
      </a:accent4>
      <a:accent5>
        <a:srgbClr val="3E8853"/>
      </a:accent5>
      <a:accent6>
        <a:srgbClr val="62A39F"/>
      </a:accent6>
      <a:hlink>
        <a:srgbClr val="6EAC1C"/>
      </a:hlink>
      <a:folHlink>
        <a:srgbClr val="B26B02"/>
      </a:folHlink>
    </a:clrScheme>
    <a:fontScheme name="Retrospect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9CC26709-368C-4D72-9060-94E5B3FF3CD6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18</TotalTime>
  <Words>130</Words>
  <Application>Microsoft Office PowerPoint</Application>
  <PresentationFormat>Widescreen</PresentationFormat>
  <Paragraphs>35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7" baseType="lpstr">
      <vt:lpstr>Arial</vt:lpstr>
      <vt:lpstr>Calibri</vt:lpstr>
      <vt:lpstr>Calibri Light</vt:lpstr>
      <vt:lpstr>Times New Roman</vt:lpstr>
      <vt:lpstr>Retrospect</vt:lpstr>
      <vt:lpstr>Project Title</vt:lpstr>
      <vt:lpstr>Problem Statement/Type of Work</vt:lpstr>
      <vt:lpstr>Literature Review/Background</vt:lpstr>
      <vt:lpstr>Business Scope</vt:lpstr>
      <vt:lpstr>Methodology/Framework</vt:lpstr>
      <vt:lpstr>Tools and Languages</vt:lpstr>
      <vt:lpstr>Constraints and Limitation</vt:lpstr>
      <vt:lpstr>Work breakdown with timelines</vt:lpstr>
      <vt:lpstr>Conclusion</vt:lpstr>
      <vt:lpstr>References</vt:lpstr>
      <vt:lpstr>PowerPoint Presentation</vt:lpstr>
      <vt:lpstr>Q/A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Project Title</dc:title>
  <dc:creator>Afifa Zaffar</dc:creator>
  <cp:lastModifiedBy>Afifa Zafar</cp:lastModifiedBy>
  <cp:revision>4</cp:revision>
  <dcterms:created xsi:type="dcterms:W3CDTF">2023-08-24T09:23:57Z</dcterms:created>
  <dcterms:modified xsi:type="dcterms:W3CDTF">2026-10-11T11:48:14Z</dcterms:modified>
</cp:coreProperties>
</file>